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5943600"/>
            <a:ext cx="2011680" cy="640080"/>
          </a:xfrm>
          <a:prstGeom prst="round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Campus Food Redistribution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Calibri"/>
              </a:defRPr>
            </a:pPr>
            <a:r>
              <a:t>Proposed Methodology (AI-Enabled)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89920" cy="914400"/>
          </a:xfrm>
          <a:prstGeom prst="round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Goal: Minimize food waste by matching donor surplus with student demand using AI recommendations and smart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Core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01568"/>
            <a:ext cx="475488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Authentication and role-based access (Student / Donor / Admin)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Food posting, live availability, and reservation flow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Pickup verification, gamification, and leaderboard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AI categorization, recommendation, and notification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9923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401568"/>
            <a:ext cx="4754880" cy="2761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Agile, sprint-based iterative development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API-first backend design with real-time events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Data-driven AI layer with preference + usage signals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Continuous testing and feedback-led refinement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5943600"/>
            <a:ext cx="2011680" cy="640080"/>
          </a:xfrm>
          <a:prstGeom prst="round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Implementation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Calibri"/>
              </a:defRPr>
            </a:pPr>
            <a:r>
              <a:t>Phase-Wise Execution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Phase 1-2: Analyze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320040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Define actors, use cases, and requirements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Prepare class/use-case/ER/flow diagrams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Finalize DB schema and API contracts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Set security and performance baselines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8105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Phase 3-4: Build Core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212848"/>
            <a:ext cx="320040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Backend: Auth, food, reservation, pickup routes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Frontend: role-based dashboards and route guards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Socket.IO integration for live updates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Transactional quantity and status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45920"/>
            <a:ext cx="3108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8105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Phase 5: AI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212848"/>
            <a:ext cx="265176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Categorize food by dietary/allergen profile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Score relevance using reservation history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Auto-notify matched users in real-time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Fallback heuristics when AI is unavailable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75520" y="5943600"/>
            <a:ext cx="2011680" cy="640080"/>
          </a:xfrm>
          <a:prstGeom prst="roundRect">
            <a:avLst/>
          </a:prstGeom>
          <a:solidFill>
            <a:srgbClr val="D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Validation, Deployment, and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6534"/>
                </a:solidFill>
                <a:latin typeface="Calibri"/>
              </a:defRPr>
            </a:pPr>
            <a:r>
              <a:t>Quality Assurance and Success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Testing &amp;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12848"/>
            <a:ext cx="475488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Unit, integration, concurrency, and security testing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User acceptance testing across all roles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Environment configuration, migrations, and monitoring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Operational logging for API and AI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105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6534"/>
                </a:solidFill>
              </a:defRPr>
            </a:pPr>
            <a:r>
              <a:t>Expected Outcomes (KPIs)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12848"/>
            <a:ext cx="4754880" cy="376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Reduction in expired and wasted food inventory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Higher reservation-to-pickup conversion rate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Faster food-to-user matching through AI ranking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Improved engagement via targeted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093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8B22"/>
                </a:solidFill>
              </a:defRPr>
            </a:pPr>
            <a:r>
              <a:t>Campus Food Network | Sustainable, Data-Driven, and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